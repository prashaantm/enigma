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1" d="100"/>
          <a:sy n="111" d="100"/>
        </p:scale>
        <p:origin x="6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0a7de79f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0a7de79f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dc075e7f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dc075e7f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61be7de9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761be7de9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61be7de9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761be7de9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61be7de9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61be7de9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61be7de9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61be7de9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61be7de9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61be7de9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61be7de9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61be7de9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61be7de9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61be7de9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61be7de9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61be7de9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61be7de9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61be7de9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61be7de9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61be7de9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61be7de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61be7de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61be7de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61be7de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61be7de99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61be7de99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61be7de9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61be7de9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Enigma Cipher</a:t>
            </a:r>
            <a:endParaRPr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41853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Prashaant Mudgala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Mentor: Nolan Ashvin Miranda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Enigma Cipher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53289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Background:</a:t>
            </a:r>
            <a:endParaRPr sz="17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The Enigma cipher was developed in the 20th century and highly used during WWII.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The Cipher was one of the most powerful at the time and the only way to decipher a text encrypted by the cipher was to obtain the key. 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263" y="842600"/>
            <a:ext cx="181927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Enigma Machine parts: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00" y="1853850"/>
            <a:ext cx="57742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first component of the Enigma Machine is the keyboard.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takes in user input to be ciphered.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343400" y="3400325"/>
            <a:ext cx="22089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729450" y="1883750"/>
            <a:ext cx="3842700" cy="24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The “sanitize” function removes all spaces and capitalizes the entire message</a:t>
            </a:r>
            <a:endParaRPr sz="1500" b="1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 b="1">
                <a:solidFill>
                  <a:srgbClr val="000000"/>
                </a:solidFill>
              </a:rPr>
              <a:t>No spaces strengthens the ciphered text</a:t>
            </a:r>
            <a:endParaRPr sz="1500" b="1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 b="1">
                <a:solidFill>
                  <a:srgbClr val="000000"/>
                </a:solidFill>
              </a:rPr>
              <a:t>Capital letters simplify coding the routers with the use of the ASCII chart.</a:t>
            </a: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376" y="3455375"/>
            <a:ext cx="3230524" cy="15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500" y="615463"/>
            <a:ext cx="4196398" cy="27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287950" y="1158375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second component of the machine is the plugboard.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plugboard has to be used manually to swap letters with an inserted plug.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This is where the first cipher happens.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409325" y="2367150"/>
            <a:ext cx="40995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796" y="3477275"/>
            <a:ext cx="200432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4971750" y="1257225"/>
            <a:ext cx="3842700" cy="26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Creating 10 plugboard pairs was a conventional number when using the enigma machine, although 13 pairs are the maximum possibility.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I created a string variable to store all my pairs and used the “.split” method to break them apart in my function.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299350" y="2354900"/>
            <a:ext cx="1010700" cy="45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My pairs: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b &amp; q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 c &amp; r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d &amp; i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e &amp; j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k &amp; w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 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244100" y="2773975"/>
            <a:ext cx="824400" cy="21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m &amp; t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o &amp; s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p &amp; x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u &amp; z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g &amp; h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175" y="2354896"/>
            <a:ext cx="2612150" cy="2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static wheel contains all of the alphabet.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receives the letters from the plugboard to be ciphered and sends them back out of the plugboard once ciphered.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is the starting wheel.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7442700" y="740650"/>
            <a:ext cx="516300" cy="16926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If no plugs are inserted is the plugboard, the letters go directly into the rotors.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761150" y="740650"/>
            <a:ext cx="1670400" cy="17367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reflector is where half of the alphabet is wired to the other half allowing for one swap of the letters before they re-enter the rotors.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5156675" y="740650"/>
            <a:ext cx="604500" cy="17367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475" y="2650875"/>
            <a:ext cx="2042025" cy="20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light board lights up the resulting letter after the cipher is completed.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This letter is the output of the cipher.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6442550" y="3400350"/>
            <a:ext cx="21432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727650" y="2036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Enigma Cipher so unique?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/>
        </p:nvSpPr>
        <p:spPr>
          <a:xfrm>
            <a:off x="2606925" y="1373725"/>
            <a:ext cx="3352200" cy="16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rotors are labeled 1-26: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 corresponds to A 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 corresponds to B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26 corresponds to Z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50" y="1853850"/>
            <a:ext cx="1940582" cy="18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Rotors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3552100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3: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every time a key is pressed on the keyboard.</a:t>
            </a:r>
            <a:endParaRPr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5266600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2: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after ~26 turns of </a:t>
            </a:r>
            <a:r>
              <a:rPr lang="en" sz="1500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Rotor 3.</a:t>
            </a:r>
            <a:endParaRPr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014175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1: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after ~26 turns of </a:t>
            </a:r>
            <a:r>
              <a:rPr lang="en" sz="1500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Rotor 2.</a:t>
            </a:r>
            <a:endParaRPr sz="1500"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4">
            <a:alphaModFix/>
          </a:blip>
          <a:srcRect l="28232" t="2108" r="17713" b="55548"/>
          <a:stretch/>
        </p:blipFill>
        <p:spPr>
          <a:xfrm>
            <a:off x="320900" y="3791750"/>
            <a:ext cx="3121275" cy="12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5">
            <a:alphaModFix/>
          </a:blip>
          <a:srcRect l="1370"/>
          <a:stretch/>
        </p:blipFill>
        <p:spPr>
          <a:xfrm>
            <a:off x="5376475" y="1208943"/>
            <a:ext cx="3352200" cy="17694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6233850" y="4279525"/>
            <a:ext cx="19323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* The two notches on rotor 1 &amp; 2 are on letters “W” and “F”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562775" y="1256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Enigma Cipher so unique?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562775" y="1707900"/>
            <a:ext cx="6099600" cy="16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Each letter is always paired up with a different corresponding letter.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spinning rotors make it to that the letters are swapped randomly every time so there are no weaknesses in the cipher.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For example: there is never a most repeated letter to try and decipher the code with.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025" y="2819425"/>
            <a:ext cx="39814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/>
          <p:nvPr/>
        </p:nvSpPr>
        <p:spPr>
          <a:xfrm rot="-1400272">
            <a:off x="4131574" y="3790184"/>
            <a:ext cx="4132501" cy="153984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6"/>
          <p:cNvSpPr/>
          <p:nvPr/>
        </p:nvSpPr>
        <p:spPr>
          <a:xfrm rot="1384510">
            <a:off x="4254107" y="3790210"/>
            <a:ext cx="4132538" cy="15390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432700" y="1441200"/>
            <a:ext cx="2053200" cy="10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Model: Enigma I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Reflector: UKW B</a:t>
            </a:r>
            <a:endParaRPr sz="1700" b="1">
              <a:solidFill>
                <a:srgbClr val="000000"/>
              </a:solidFill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25" y="3187350"/>
            <a:ext cx="5202125" cy="16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432700" y="2571750"/>
            <a:ext cx="633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settings used for this model and reflector were assigned to the following variables in the code: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675" y="2466250"/>
            <a:ext cx="2157475" cy="23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575" y="949450"/>
            <a:ext cx="3917000" cy="34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 txBox="1"/>
          <p:nvPr/>
        </p:nvSpPr>
        <p:spPr>
          <a:xfrm>
            <a:off x="386875" y="1587025"/>
            <a:ext cx="3681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ASCII values for the capitalized alphabet allowed me to use Python’s </a:t>
            </a:r>
            <a:r>
              <a:rPr lang="en" b="1">
                <a:latin typeface="Lato"/>
                <a:ea typeface="Lato"/>
                <a:cs typeface="Lato"/>
                <a:sym typeface="Lato"/>
              </a:rPr>
              <a:t>“ord()”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b="1">
                <a:latin typeface="Lato"/>
                <a:ea typeface="Lato"/>
                <a:cs typeface="Lato"/>
                <a:sym typeface="Lato"/>
              </a:rPr>
              <a:t>“chr()”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built in functions for conversions and shifts.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6860200" y="1264075"/>
            <a:ext cx="846000" cy="2565000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1526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last step in the code was to put the functions into action.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user input goes through the rotors from </a:t>
            </a:r>
            <a:r>
              <a:rPr lang="en" b="1">
                <a:solidFill>
                  <a:srgbClr val="38761D"/>
                </a:solidFill>
              </a:rPr>
              <a:t>rotor 3 → rotor 1</a:t>
            </a:r>
            <a:r>
              <a:rPr lang="en">
                <a:solidFill>
                  <a:srgbClr val="000000"/>
                </a:solidFill>
              </a:rPr>
              <a:t>, followed by an encryption by the </a:t>
            </a:r>
            <a:r>
              <a:rPr lang="en" b="1">
                <a:solidFill>
                  <a:srgbClr val="A64D79"/>
                </a:solidFill>
              </a:rPr>
              <a:t>reflector </a:t>
            </a:r>
            <a:r>
              <a:rPr lang="en">
                <a:solidFill>
                  <a:srgbClr val="000000"/>
                </a:solidFill>
              </a:rPr>
              <a:t>and then back from </a:t>
            </a:r>
            <a:r>
              <a:rPr lang="en" b="1">
                <a:solidFill>
                  <a:srgbClr val="E69138"/>
                </a:solidFill>
              </a:rPr>
              <a:t>rotor 1 → rotor 3</a:t>
            </a:r>
            <a:r>
              <a:rPr lang="en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result goes through the </a:t>
            </a:r>
            <a:r>
              <a:rPr lang="en">
                <a:solidFill>
                  <a:srgbClr val="0000FF"/>
                </a:solidFill>
              </a:rPr>
              <a:t>plugboard</a:t>
            </a:r>
            <a:r>
              <a:rPr lang="en">
                <a:solidFill>
                  <a:srgbClr val="000000"/>
                </a:solidFill>
              </a:rPr>
              <a:t> once again.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Finally the </a:t>
            </a:r>
            <a:r>
              <a:rPr lang="en" b="1">
                <a:solidFill>
                  <a:srgbClr val="FF0000"/>
                </a:solidFill>
              </a:rPr>
              <a:t>output</a:t>
            </a:r>
            <a:r>
              <a:rPr lang="en">
                <a:solidFill>
                  <a:srgbClr val="000000"/>
                </a:solidFill>
              </a:rPr>
              <a:t> is printed.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075" y="1314525"/>
            <a:ext cx="3562351" cy="302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/>
          <p:nvPr/>
        </p:nvSpPr>
        <p:spPr>
          <a:xfrm>
            <a:off x="5076075" y="3747925"/>
            <a:ext cx="2663400" cy="289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5076075" y="4050175"/>
            <a:ext cx="2663400" cy="289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9"/>
          <p:cNvSpPr/>
          <p:nvPr/>
        </p:nvSpPr>
        <p:spPr>
          <a:xfrm>
            <a:off x="5227000" y="1314525"/>
            <a:ext cx="3150000" cy="921000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5227000" y="2281950"/>
            <a:ext cx="2663400" cy="289800"/>
          </a:xfrm>
          <a:prstGeom prst="rect">
            <a:avLst/>
          </a:prstGeom>
          <a:noFill/>
          <a:ln w="2857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9"/>
          <p:cNvSpPr/>
          <p:nvPr/>
        </p:nvSpPr>
        <p:spPr>
          <a:xfrm>
            <a:off x="5323000" y="2618175"/>
            <a:ext cx="3054000" cy="1020300"/>
          </a:xfrm>
          <a:prstGeom prst="rect">
            <a:avLst/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594</Words>
  <Application>Microsoft Office PowerPoint</Application>
  <PresentationFormat>On-screen Show (16:9)</PresentationFormat>
  <Paragraphs>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Lato</vt:lpstr>
      <vt:lpstr>Raleway</vt:lpstr>
      <vt:lpstr>Streamline</vt:lpstr>
      <vt:lpstr>Enigma Cipher</vt:lpstr>
      <vt:lpstr>Enigma Cipher</vt:lpstr>
      <vt:lpstr>Overview of Enigma Machine parts: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the Enigma Cipher so unique?</vt:lpstr>
      <vt:lpstr>Rotors</vt:lpstr>
      <vt:lpstr>Why is the Enigma Cipher so unique?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</dc:title>
  <dc:creator>Prashaant Mudgala</dc:creator>
  <cp:lastModifiedBy>Prashaant</cp:lastModifiedBy>
  <cp:revision>2</cp:revision>
  <dcterms:modified xsi:type="dcterms:W3CDTF">2023-08-22T22:20:58Z</dcterms:modified>
</cp:coreProperties>
</file>